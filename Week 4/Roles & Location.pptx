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Lato" panose="020F0502020204030203" pitchFamily="34" charset="0"/>
      <p:regular r:id="rId5"/>
      <p:bold r:id="rId6"/>
      <p:italic r:id="rId7"/>
      <p:boldItalic r:id="rId8"/>
    </p:embeddedFont>
    <p:embeddedFont>
      <p:font typeface="Playfair Display" panose="020F0502020204030204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8898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8898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8898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8898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-gold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ctrTitle"/>
          </p:nvPr>
        </p:nvSpPr>
        <p:spPr>
          <a:xfrm>
            <a:off x="630600" y="0"/>
            <a:ext cx="7893000" cy="389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IOT BASED SMART WALKING CANE FOR OBSTACLE DETECTION AND SAFETY ENHANCEMENT 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630600" y="3897300"/>
            <a:ext cx="7893000" cy="93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Cohort - 5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 idx="4294967295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grpSp>
        <p:nvGrpSpPr>
          <p:cNvPr id="75" name="Google Shape;75;p14"/>
          <p:cNvGrpSpPr/>
          <p:nvPr/>
        </p:nvGrpSpPr>
        <p:grpSpPr>
          <a:xfrm>
            <a:off x="431825" y="1342525"/>
            <a:ext cx="2683300" cy="3302700"/>
            <a:chOff x="431825" y="1342525"/>
            <a:chExt cx="2683300" cy="3302700"/>
          </a:xfrm>
        </p:grpSpPr>
        <p:sp>
          <p:nvSpPr>
            <p:cNvPr id="76" name="Google Shape;76;p14"/>
            <p:cNvSpPr/>
            <p:nvPr/>
          </p:nvSpPr>
          <p:spPr>
            <a:xfrm>
              <a:off x="431825" y="1342525"/>
              <a:ext cx="2683200" cy="330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431925" y="1342525"/>
              <a:ext cx="26832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4"/>
          <p:cNvSpPr txBox="1">
            <a:spLocks noGrp="1"/>
          </p:cNvSpPr>
          <p:nvPr>
            <p:ph type="body" idx="4294967295"/>
          </p:nvPr>
        </p:nvSpPr>
        <p:spPr>
          <a:xfrm>
            <a:off x="489192" y="1337725"/>
            <a:ext cx="3495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9" name="Google Shape;79;p14"/>
          <p:cNvCxnSpPr/>
          <p:nvPr/>
        </p:nvCxnSpPr>
        <p:spPr>
          <a:xfrm>
            <a:off x="857675" y="1514725"/>
            <a:ext cx="0" cy="478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4"/>
          <p:cNvSpPr txBox="1">
            <a:spLocks noGrp="1"/>
          </p:cNvSpPr>
          <p:nvPr>
            <p:ph type="body" idx="4294967295"/>
          </p:nvPr>
        </p:nvSpPr>
        <p:spPr>
          <a:xfrm>
            <a:off x="933875" y="1337725"/>
            <a:ext cx="21018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Hardware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4294967295"/>
          </p:nvPr>
        </p:nvSpPr>
        <p:spPr>
          <a:xfrm>
            <a:off x="508125" y="2268950"/>
            <a:ext cx="2530800" cy="23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Aakansha Pillai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IN" sz="1400" dirty="0" err="1"/>
              <a:t>Andanaiah</a:t>
            </a:r>
            <a:r>
              <a:rPr lang="en-IN" sz="1400" dirty="0"/>
              <a:t> </a:t>
            </a:r>
            <a:r>
              <a:rPr lang="en-IN" sz="1400" dirty="0" err="1"/>
              <a:t>Basavaraja</a:t>
            </a:r>
            <a:r>
              <a:rPr lang="en-IN" sz="1400" dirty="0"/>
              <a:t> Swamy </a:t>
            </a:r>
            <a:r>
              <a:rPr lang="en-IN" sz="1400" dirty="0" err="1"/>
              <a:t>Nandavadagi</a:t>
            </a:r>
            <a:r>
              <a:rPr lang="en-IN" sz="1400" dirty="0"/>
              <a:t> Matha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Harshini BR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Himanshu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Shriya Naragund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Sindhoora M Shastry</a:t>
            </a:r>
            <a:endParaRPr sz="1400" dirty="0"/>
          </a:p>
        </p:txBody>
      </p:sp>
      <p:grpSp>
        <p:nvGrpSpPr>
          <p:cNvPr id="82" name="Google Shape;82;p14"/>
          <p:cNvGrpSpPr/>
          <p:nvPr/>
        </p:nvGrpSpPr>
        <p:grpSpPr>
          <a:xfrm>
            <a:off x="3221800" y="1342525"/>
            <a:ext cx="2673003" cy="3302700"/>
            <a:chOff x="3221800" y="1342525"/>
            <a:chExt cx="2673003" cy="3302700"/>
          </a:xfrm>
        </p:grpSpPr>
        <p:sp>
          <p:nvSpPr>
            <p:cNvPr id="83" name="Google Shape;83;p14"/>
            <p:cNvSpPr/>
            <p:nvPr/>
          </p:nvSpPr>
          <p:spPr>
            <a:xfrm>
              <a:off x="3221803" y="1342525"/>
              <a:ext cx="2673000" cy="330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3221800" y="1342525"/>
              <a:ext cx="26730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14"/>
          <p:cNvSpPr txBox="1">
            <a:spLocks noGrp="1"/>
          </p:cNvSpPr>
          <p:nvPr>
            <p:ph type="body" idx="4294967295"/>
          </p:nvPr>
        </p:nvSpPr>
        <p:spPr>
          <a:xfrm>
            <a:off x="3275767" y="1337725"/>
            <a:ext cx="3495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6" name="Google Shape;86;p14"/>
          <p:cNvCxnSpPr/>
          <p:nvPr/>
        </p:nvCxnSpPr>
        <p:spPr>
          <a:xfrm>
            <a:off x="3647550" y="1514725"/>
            <a:ext cx="0" cy="478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4"/>
          <p:cNvSpPr txBox="1">
            <a:spLocks noGrp="1"/>
          </p:cNvSpPr>
          <p:nvPr>
            <p:ph type="body" idx="4294967295"/>
          </p:nvPr>
        </p:nvSpPr>
        <p:spPr>
          <a:xfrm>
            <a:off x="3723750" y="1342525"/>
            <a:ext cx="21018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IOT and Communication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4294967295"/>
          </p:nvPr>
        </p:nvSpPr>
        <p:spPr>
          <a:xfrm>
            <a:off x="3294700" y="2268950"/>
            <a:ext cx="2530800" cy="23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Karunakar Reddy D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N Charita Jain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Sagar N M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Sindhushree H L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Sneha V N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Sudarshan S</a:t>
            </a:r>
            <a:endParaRPr sz="1400"/>
          </a:p>
        </p:txBody>
      </p:sp>
      <p:grpSp>
        <p:nvGrpSpPr>
          <p:cNvPr id="89" name="Google Shape;89;p14"/>
          <p:cNvGrpSpPr/>
          <p:nvPr/>
        </p:nvGrpSpPr>
        <p:grpSpPr>
          <a:xfrm>
            <a:off x="6007125" y="1342525"/>
            <a:ext cx="2673000" cy="3302700"/>
            <a:chOff x="6007125" y="1342525"/>
            <a:chExt cx="2673000" cy="3302700"/>
          </a:xfrm>
        </p:grpSpPr>
        <p:sp>
          <p:nvSpPr>
            <p:cNvPr id="90" name="Google Shape;90;p14"/>
            <p:cNvSpPr/>
            <p:nvPr/>
          </p:nvSpPr>
          <p:spPr>
            <a:xfrm>
              <a:off x="6007125" y="1342525"/>
              <a:ext cx="2673000" cy="330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4"/>
            <p:cNvSpPr txBox="1"/>
            <p:nvPr/>
          </p:nvSpPr>
          <p:spPr>
            <a:xfrm>
              <a:off x="6007125" y="1342525"/>
              <a:ext cx="26730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14"/>
          <p:cNvSpPr txBox="1">
            <a:spLocks noGrp="1"/>
          </p:cNvSpPr>
          <p:nvPr>
            <p:ph type="body" idx="4294967295"/>
          </p:nvPr>
        </p:nvSpPr>
        <p:spPr>
          <a:xfrm>
            <a:off x="6058742" y="1337725"/>
            <a:ext cx="3495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3" name="Google Shape;93;p14"/>
          <p:cNvCxnSpPr/>
          <p:nvPr/>
        </p:nvCxnSpPr>
        <p:spPr>
          <a:xfrm>
            <a:off x="6427225" y="1514725"/>
            <a:ext cx="0" cy="478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14"/>
          <p:cNvSpPr txBox="1">
            <a:spLocks noGrp="1"/>
          </p:cNvSpPr>
          <p:nvPr>
            <p:ph type="body" idx="4294967295"/>
          </p:nvPr>
        </p:nvSpPr>
        <p:spPr>
          <a:xfrm>
            <a:off x="6503425" y="1342525"/>
            <a:ext cx="21018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Documentation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4294967295"/>
          </p:nvPr>
        </p:nvSpPr>
        <p:spPr>
          <a:xfrm>
            <a:off x="6077675" y="2268950"/>
            <a:ext cx="2530800" cy="23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Karatik shiralashetti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Mayuri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Pranava Udupa E P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Rakesh N</a:t>
            </a:r>
            <a:endParaRPr sz="1400"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On-screen Show (16:9)</PresentationFormat>
  <Paragraphs>25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Playfair Display</vt:lpstr>
      <vt:lpstr>Lato</vt:lpstr>
      <vt:lpstr>Blue &amp; Gold</vt:lpstr>
      <vt:lpstr>IOT BASED SMART WALKING CANE FOR OBSTACLE DETECTION AND SAFETY ENHANCEMENT </vt:lpstr>
      <vt:lpstr>ROLES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Himanshu Malwal</dc:creator>
  <cp:lastModifiedBy>Himanshu Malwal</cp:lastModifiedBy>
  <cp:revision>1</cp:revision>
  <dcterms:modified xsi:type="dcterms:W3CDTF">2026-04-15T15:18:47Z</dcterms:modified>
</cp:coreProperties>
</file>